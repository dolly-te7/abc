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C1C881-F1D5-4A2E-96A8-945563D4701F}" v="4" dt="2026-05-15T10:53:12.3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82828"/>
                </a:solidFill>
              </a:defRPr>
            </a:pPr>
            <a:r>
              <a:t>Project Progress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64646"/>
                </a:solidFill>
              </a:defRPr>
            </a:pPr>
            <a:r>
              <a:t>Core Platform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097280"/>
            <a:ext cx="5486400" cy="256032"/>
          </a:xfrm>
          <a:prstGeom prst="round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828800" y="1097280"/>
            <a:ext cx="4389120" cy="256032"/>
          </a:xfrm>
          <a:prstGeom prst="roundRect">
            <a:avLst/>
          </a:prstGeom>
          <a:solidFill>
            <a:srgbClr val="28A745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52160" y="108813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64646"/>
                </a:solidFill>
              </a:defRPr>
            </a:pPr>
            <a:r>
              <a:t>Platform Readiness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737360"/>
            <a:ext cx="5486400" cy="256032"/>
          </a:xfrm>
          <a:prstGeom prst="round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828800" y="1737360"/>
            <a:ext cx="3017520" cy="256032"/>
          </a:xfrm>
          <a:prstGeom prst="round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17282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55%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39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64646"/>
                </a:solidFill>
              </a:defRPr>
            </a:pPr>
            <a:r>
              <a:t>Backend &amp; Diagnostics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2377439"/>
            <a:ext cx="5486400" cy="256032"/>
          </a:xfrm>
          <a:prstGeom prst="round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828800" y="2377439"/>
            <a:ext cx="3840479" cy="256032"/>
          </a:xfrm>
          <a:prstGeom prst="roundRect">
            <a:avLst/>
          </a:prstGeom>
          <a:solidFill>
            <a:srgbClr val="28A745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19" y="236829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64646"/>
                </a:solidFill>
              </a:defRPr>
            </a:pPr>
            <a:r>
              <a:t>UI Development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3017520"/>
            <a:ext cx="5486400" cy="256032"/>
          </a:xfrm>
          <a:prstGeom prst="roundRect">
            <a:avLst/>
          </a:prstGeom>
          <a:solidFill>
            <a:srgbClr val="E1E4E8"/>
          </a:solidFill>
          <a:ln>
            <a:solidFill>
              <a:srgbClr val="E1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828800" y="3017520"/>
            <a:ext cx="2194560" cy="256032"/>
          </a:xfrm>
          <a:prstGeom prst="roundRect">
            <a:avLst/>
          </a:prstGeom>
          <a:solidFill>
            <a:srgbClr val="FFC107"/>
          </a:solidFill>
          <a:ln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0" y="300837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40%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How to Create This Chart in PowerPoint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1. Insert → Shapes → Rounded Rectangle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2. Create a light gray background 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3. Duplicate and resize for the colored progress bar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4. Use green/yellow fill colors based on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5. Add percentage text on top of the 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6. Align all bars evenly using Arrange → Align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6</cp:revision>
  <dcterms:created xsi:type="dcterms:W3CDTF">2013-01-27T09:14:16Z</dcterms:created>
  <dcterms:modified xsi:type="dcterms:W3CDTF">2026-05-15T11:09:18Z</dcterms:modified>
  <cp:category/>
</cp:coreProperties>
</file>